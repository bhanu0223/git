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246F2B-DB55-564A-B6A4-3DA29162FA84}" v="5" dt="2025-01-27T04:45:51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79"/>
  </p:normalViewPr>
  <p:slideViewPr>
    <p:cSldViewPr snapToGrid="0">
      <p:cViewPr varScale="1">
        <p:scale>
          <a:sx n="86" d="100"/>
          <a:sy n="86" d="100"/>
        </p:scale>
        <p:origin x="22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uchander Kudhurla" userId="3bfffb3e-7fdf-41a7-b96b-b66232dedb9f" providerId="ADAL" clId="{3D246F2B-DB55-564A-B6A4-3DA29162FA84}"/>
    <pc:docChg chg="undo redo custSel modSld">
      <pc:chgData name="Bhanuchander Kudhurla" userId="3bfffb3e-7fdf-41a7-b96b-b66232dedb9f" providerId="ADAL" clId="{3D246F2B-DB55-564A-B6A4-3DA29162FA84}" dt="2025-01-27T04:46:06.464" v="81" actId="27636"/>
      <pc:docMkLst>
        <pc:docMk/>
      </pc:docMkLst>
      <pc:sldChg chg="addSp modSp mod">
        <pc:chgData name="Bhanuchander Kudhurla" userId="3bfffb3e-7fdf-41a7-b96b-b66232dedb9f" providerId="ADAL" clId="{3D246F2B-DB55-564A-B6A4-3DA29162FA84}" dt="2025-01-26T16:35:17.431" v="46"/>
        <pc:sldMkLst>
          <pc:docMk/>
          <pc:sldMk cId="1633120437" sldId="260"/>
        </pc:sldMkLst>
        <pc:picChg chg="add mod">
          <ac:chgData name="Bhanuchander Kudhurla" userId="3bfffb3e-7fdf-41a7-b96b-b66232dedb9f" providerId="ADAL" clId="{3D246F2B-DB55-564A-B6A4-3DA29162FA84}" dt="2025-01-26T16:35:17.431" v="46"/>
          <ac:picMkLst>
            <pc:docMk/>
            <pc:sldMk cId="1633120437" sldId="260"/>
            <ac:picMk id="5" creationId="{6DA81F74-BEA6-47F6-A42C-790ABDDBAC9D}"/>
          </ac:picMkLst>
        </pc:picChg>
      </pc:sldChg>
      <pc:sldChg chg="addSp delSp modSp mod">
        <pc:chgData name="Bhanuchander Kudhurla" userId="3bfffb3e-7fdf-41a7-b96b-b66232dedb9f" providerId="ADAL" clId="{3D246F2B-DB55-564A-B6A4-3DA29162FA84}" dt="2025-01-27T04:45:47.275" v="72" actId="21"/>
        <pc:sldMkLst>
          <pc:docMk/>
          <pc:sldMk cId="3293545694" sldId="261"/>
        </pc:sldMkLst>
        <pc:spChg chg="mod">
          <ac:chgData name="Bhanuchander Kudhurla" userId="3bfffb3e-7fdf-41a7-b96b-b66232dedb9f" providerId="ADAL" clId="{3D246F2B-DB55-564A-B6A4-3DA29162FA84}" dt="2025-01-26T16:36:43.352" v="64" actId="20577"/>
          <ac:spMkLst>
            <pc:docMk/>
            <pc:sldMk cId="3293545694" sldId="261"/>
            <ac:spMk id="3" creationId="{45A7B745-CB82-BFAA-D46F-F962EE6BCE4E}"/>
          </ac:spMkLst>
        </pc:spChg>
        <pc:picChg chg="add mod">
          <ac:chgData name="Bhanuchander Kudhurla" userId="3bfffb3e-7fdf-41a7-b96b-b66232dedb9f" providerId="ADAL" clId="{3D246F2B-DB55-564A-B6A4-3DA29162FA84}" dt="2025-01-26T16:36:51.345" v="66" actId="1076"/>
          <ac:picMkLst>
            <pc:docMk/>
            <pc:sldMk cId="3293545694" sldId="261"/>
            <ac:picMk id="5" creationId="{9EA3822D-9C4A-270B-698D-5F05AA5ADECE}"/>
          </ac:picMkLst>
        </pc:picChg>
        <pc:picChg chg="del mod">
          <ac:chgData name="Bhanuchander Kudhurla" userId="3bfffb3e-7fdf-41a7-b96b-b66232dedb9f" providerId="ADAL" clId="{3D246F2B-DB55-564A-B6A4-3DA29162FA84}" dt="2025-01-27T04:45:47.275" v="72" actId="21"/>
          <ac:picMkLst>
            <pc:docMk/>
            <pc:sldMk cId="3293545694" sldId="261"/>
            <ac:picMk id="6" creationId="{44B04F55-351E-CFF1-6619-F28A38C62D35}"/>
          </ac:picMkLst>
        </pc:picChg>
      </pc:sldChg>
      <pc:sldChg chg="addSp modSp mod setBg">
        <pc:chgData name="Bhanuchander Kudhurla" userId="3bfffb3e-7fdf-41a7-b96b-b66232dedb9f" providerId="ADAL" clId="{3D246F2B-DB55-564A-B6A4-3DA29162FA84}" dt="2025-01-27T04:46:06.464" v="81" actId="27636"/>
        <pc:sldMkLst>
          <pc:docMk/>
          <pc:sldMk cId="771248813" sldId="262"/>
        </pc:sldMkLst>
        <pc:spChg chg="mod ord">
          <ac:chgData name="Bhanuchander Kudhurla" userId="3bfffb3e-7fdf-41a7-b96b-b66232dedb9f" providerId="ADAL" clId="{3D246F2B-DB55-564A-B6A4-3DA29162FA84}" dt="2025-01-27T04:46:06.464" v="81" actId="27636"/>
          <ac:spMkLst>
            <pc:docMk/>
            <pc:sldMk cId="771248813" sldId="262"/>
            <ac:spMk id="3" creationId="{1D776905-D12B-5E9A-656F-FD8DC3627B88}"/>
          </ac:spMkLst>
        </pc:spChg>
        <pc:picChg chg="add mod">
          <ac:chgData name="Bhanuchander Kudhurla" userId="3bfffb3e-7fdf-41a7-b96b-b66232dedb9f" providerId="ADAL" clId="{3D246F2B-DB55-564A-B6A4-3DA29162FA84}" dt="2025-01-27T04:45:56.531" v="75" actId="26606"/>
          <ac:picMkLst>
            <pc:docMk/>
            <pc:sldMk cId="771248813" sldId="262"/>
            <ac:picMk id="2" creationId="{A179A6A8-B140-7EA7-4D28-E27496D6FD63}"/>
          </ac:picMkLst>
        </pc:picChg>
      </pc:sldChg>
      <pc:sldChg chg="addSp modSp mod">
        <pc:chgData name="Bhanuchander Kudhurla" userId="3bfffb3e-7fdf-41a7-b96b-b66232dedb9f" providerId="ADAL" clId="{3D246F2B-DB55-564A-B6A4-3DA29162FA84}" dt="2025-01-26T16:35:25.850" v="48" actId="1076"/>
        <pc:sldMkLst>
          <pc:docMk/>
          <pc:sldMk cId="3532605589" sldId="263"/>
        </pc:sldMkLst>
        <pc:spChg chg="mod">
          <ac:chgData name="Bhanuchander Kudhurla" userId="3bfffb3e-7fdf-41a7-b96b-b66232dedb9f" providerId="ADAL" clId="{3D246F2B-DB55-564A-B6A4-3DA29162FA84}" dt="2025-01-26T16:31:07.337" v="36" actId="27636"/>
          <ac:spMkLst>
            <pc:docMk/>
            <pc:sldMk cId="3532605589" sldId="263"/>
            <ac:spMk id="3" creationId="{186D7264-99EB-ABF6-AF2D-EF132C53F261}"/>
          </ac:spMkLst>
        </pc:spChg>
        <pc:picChg chg="add mod">
          <ac:chgData name="Bhanuchander Kudhurla" userId="3bfffb3e-7fdf-41a7-b96b-b66232dedb9f" providerId="ADAL" clId="{3D246F2B-DB55-564A-B6A4-3DA29162FA84}" dt="2025-01-26T16:35:25.850" v="48" actId="1076"/>
          <ac:picMkLst>
            <pc:docMk/>
            <pc:sldMk cId="3532605589" sldId="263"/>
            <ac:picMk id="5" creationId="{DABEC687-A6EC-028D-DFED-DCCBB5BE6C65}"/>
          </ac:picMkLst>
        </pc:picChg>
      </pc:sldChg>
      <pc:sldChg chg="modSp mod">
        <pc:chgData name="Bhanuchander Kudhurla" userId="3bfffb3e-7fdf-41a7-b96b-b66232dedb9f" providerId="ADAL" clId="{3D246F2B-DB55-564A-B6A4-3DA29162FA84}" dt="2025-01-26T16:37:42.637" v="71" actId="5793"/>
        <pc:sldMkLst>
          <pc:docMk/>
          <pc:sldMk cId="3136063948" sldId="265"/>
        </pc:sldMkLst>
        <pc:spChg chg="mod">
          <ac:chgData name="Bhanuchander Kudhurla" userId="3bfffb3e-7fdf-41a7-b96b-b66232dedb9f" providerId="ADAL" clId="{3D246F2B-DB55-564A-B6A4-3DA29162FA84}" dt="2025-01-26T16:37:42.637" v="71" actId="5793"/>
          <ac:spMkLst>
            <pc:docMk/>
            <pc:sldMk cId="3136063948" sldId="265"/>
            <ac:spMk id="3" creationId="{38956204-6C7B-E616-864B-80C43468B5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692A-ED74-1229-4840-5116DC33E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DAEF8-9D86-E004-972B-B78D3F948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E5306-66FB-0DFE-2B0B-DF426963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46196-E704-556E-1CF6-16AA6A29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F971A-550B-77E1-E1FC-C12978E8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9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0F5C-2D70-5156-FB20-1ED148E6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363B4-D97D-5CC1-E404-A43DC06FE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634-8C32-4449-093D-79476083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F20FD-5339-CA27-08F8-0866095D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CD406-5D55-0B56-6CFC-FFEA1EFD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41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2174-D95E-2AAA-E692-767C82DC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E2806-C2D4-FC78-09DE-6EA3B7673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6AEA7-5363-2A5D-A5F5-3D9ABC11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0363D-5F4F-50C0-CE66-3BE9AD85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E31CF-08AF-335A-D4A0-10F85951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8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458A-8FB6-0BB6-BE48-A4EE1956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4CCB-112B-523C-91BD-DC129EAA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DEB5D-42A5-1B13-5F3D-95030ECF1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1995C-1157-4ED9-7209-19F5F5B8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B1516-FEDD-E4B4-75ED-CF5F6E70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57FEE-38D1-37A9-5C22-6C856A7E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2B36-89B4-3AD9-D12E-58337FA0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8EE97-CCDA-8393-9143-B59C3C02D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3EA33-0B99-5179-162A-97FB9B773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68541-F572-BB8A-C30C-F82CDDC1D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92AED-C197-7393-F1D1-B84676DBA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28E5D-683C-3C65-4C8F-30B9477C4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6C274-6BB1-35F2-B265-D22835F4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A5892-668A-7D5F-5CD9-0C83EA68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2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A8F6-A3EB-F094-33AB-B86B392B0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739A8-1B46-D903-0659-1FABEA2F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3BE83-EC87-1549-E14D-AA59D146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D6888-B1EF-0B9D-9499-15EBD332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5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27DB9-ABC2-283B-EC36-35C6D411D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29EE1-5D94-5E44-B93E-9ED58A25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A8626-DA94-6AEE-3B90-492E2351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3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6A40-51C1-DCCB-2F3E-0CBA86B4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2717-081F-8D28-990A-D150474D1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58D3A-DAA0-93BF-B8E2-793D85178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56DF9-DE6C-9664-B991-913DE580A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6041C-D946-A892-03E4-DA271850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03666-B063-7B77-9297-6CC58B8C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9EE1-1040-1CE4-07DE-AF654559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48CA4E-4425-3602-BD88-5CA7E2476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BB3FC-2D5B-4C6E-16FC-5CC9CF764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3D4B-D87E-D7B9-E03D-DC8A2759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4175C-84B6-76D1-A285-5A34B483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E9848-97D3-E429-00AD-D4E56A29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9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7E2B-AD15-4B57-3ADD-A571EE33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EA7F1-01ED-06A2-0BE6-F2ABCE784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0A7AF-E5A8-A0F6-1FBB-9AE686D4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5C8EC-7451-44CD-BD1E-9ADE7EA2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292BA-417C-B5D3-D5B2-4AE3BF95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3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0B251-63CB-548C-6000-CC686A6C1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D3D7B-6902-7DC7-E76A-C141362C8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49B54-0D4C-3F40-3D0C-2290CABD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23352-C96E-5869-C517-4FDC771B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C8284-BD44-D92A-F826-DEC3DC55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0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32FEF-B89F-487C-8A52-0A6A5C1C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0C42C-7FAB-E6A9-8E76-0E5840A5F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E5E86-4349-3E65-1DBB-A04A17176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5F95A-91A9-7A46-AB30-DF7C024C884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88B32-23C7-888F-C4A6-2F92107EE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0D667-7380-F9B9-C7B1-F7038215D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8D204-5F01-764A-8193-A51999A9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8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1E40BD-71B9-F873-D712-0A362E44E95A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Docker</a:t>
            </a:r>
            <a:br>
              <a:rPr lang="en-US" b="1"/>
            </a:br>
            <a:endParaRPr lang="en-US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Title</a:t>
            </a:r>
            <a:r>
              <a:rPr lang="en-US"/>
              <a:t>: Introduction to Docker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Subtitle</a:t>
            </a:r>
            <a:r>
              <a:rPr lang="en-US"/>
              <a:t>: An Open Platform for Developing, Shipping, and Running Applications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7" name="Picture 13" descr="Benefits for Desktop Developers ...">
            <a:extLst>
              <a:ext uri="{FF2B5EF4-FFF2-40B4-BE49-F238E27FC236}">
                <a16:creationId xmlns:a16="http://schemas.microsoft.com/office/drawing/2014/main" id="{11F07625-ABD7-06C1-0CE6-8AEFC79AD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118967"/>
            <a:ext cx="5628018" cy="4387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516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B80F-9A32-716E-6EB7-EFC37C9376E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What is Docker?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Docker is an open platform for developing, shipping, and running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Concept</a:t>
            </a:r>
            <a:r>
              <a:rPr lang="en-US" dirty="0"/>
              <a:t>: It separates applications from infrastructure and enables management in the same 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Benefits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Reduces delays between writing code and running it in production.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Allows developers to create, test, and deploy applications consistently across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9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94BE3-DE64-BE50-62C4-EEA7F8238F3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Docker in Action (Scenario)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1</a:t>
            </a:r>
            <a:r>
              <a:rPr lang="en-US" dirty="0"/>
              <a:t>: Developers write code locally and share it using Docker containers.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2</a:t>
            </a:r>
            <a:r>
              <a:rPr lang="en-US" dirty="0"/>
              <a:t>: The code is pushed to a test environment for automated and manual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3</a:t>
            </a:r>
            <a:r>
              <a:rPr lang="en-US" dirty="0"/>
              <a:t>: Bugs are fixed in the development environment and redeployed for validation (CI/CD).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4</a:t>
            </a:r>
            <a:r>
              <a:rPr lang="en-US" dirty="0"/>
              <a:t>: Once testing is complete, the fix is pushed to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24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3C0D-9778-DFA6-8D46-723A5929C25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67286"/>
            <a:ext cx="6654018" cy="59096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Docker Architecture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Overview</a:t>
            </a:r>
            <a:r>
              <a:rPr lang="en-US" dirty="0"/>
              <a:t>: Docker is composed of several components that work together to manage applications in containers.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Components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Images</a:t>
            </a:r>
            <a:r>
              <a:rPr lang="en-US" dirty="0"/>
              <a:t>: Read-only templates used to create containers.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Containers</a:t>
            </a:r>
            <a:r>
              <a:rPr lang="en-US" dirty="0"/>
              <a:t>: Running instances of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Dockerfile</a:t>
            </a:r>
            <a:r>
              <a:rPr lang="en-US" dirty="0"/>
              <a:t>: A script that defines the environment and configuration.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Networks</a:t>
            </a:r>
            <a:r>
              <a:rPr lang="en-US" dirty="0"/>
              <a:t>: Enable communication between containers.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Registries</a:t>
            </a:r>
            <a:r>
              <a:rPr lang="en-US" dirty="0"/>
              <a:t>: Store Docker images (e.g., Docker Hub).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Volumes</a:t>
            </a:r>
            <a:r>
              <a:rPr lang="en-US" dirty="0"/>
              <a:t>: Persist data used by containers.</a:t>
            </a:r>
          </a:p>
          <a:p>
            <a:endParaRPr lang="en-US" dirty="0"/>
          </a:p>
        </p:txBody>
      </p:sp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4597D9B7-E80E-C535-B17A-D42217CB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18" y="1075461"/>
            <a:ext cx="5195668" cy="45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4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8D145-3FE9-D37A-9845-F01EE137AA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-1" y="365760"/>
            <a:ext cx="6724357" cy="627419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500" b="1" dirty="0"/>
              <a:t>Docker Objects</a:t>
            </a:r>
          </a:p>
          <a:p>
            <a:pPr marL="0" indent="0">
              <a:buNone/>
            </a:pPr>
            <a:endParaRPr lang="en-US" sz="35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Docker Images</a:t>
            </a:r>
            <a:r>
              <a:rPr lang="en-US" dirty="0"/>
              <a:t>: Contains the application and environment dependencies.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Docker Containers</a:t>
            </a:r>
            <a:r>
              <a:rPr lang="en-US" dirty="0"/>
              <a:t>: Instances of Docker images that can run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Dockerfile</a:t>
            </a:r>
            <a:r>
              <a:rPr lang="en-US" dirty="0"/>
              <a:t>: A file that defines the application and environment setup.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Networks and Volumes</a:t>
            </a:r>
            <a:r>
              <a:rPr lang="en-US" dirty="0"/>
              <a:t>: Allow containers to communicate and persist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Tags</a:t>
            </a:r>
            <a:r>
              <a:rPr lang="en-US" dirty="0"/>
              <a:t>: Used to label specific versions of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Docker Compose</a:t>
            </a:r>
            <a:r>
              <a:rPr lang="en-US" dirty="0"/>
              <a:t>: A tool for defining and managing multi-container applications.</a:t>
            </a:r>
          </a:p>
          <a:p>
            <a:endParaRPr lang="en-US" dirty="0"/>
          </a:p>
        </p:txBody>
      </p:sp>
      <p:pic>
        <p:nvPicPr>
          <p:cNvPr id="8" name="Picture 7" descr="A diagram of a docker file&#10;&#10;AI-generated content may be incorrect.">
            <a:extLst>
              <a:ext uri="{FF2B5EF4-FFF2-40B4-BE49-F238E27FC236}">
                <a16:creationId xmlns:a16="http://schemas.microsoft.com/office/drawing/2014/main" id="{1328E1FB-21CB-17B3-F0C2-3837D47ED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237" y="1055077"/>
            <a:ext cx="5284763" cy="434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2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7B745-CB82-BFAA-D46F-F962EE6BCE4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" y="267286"/>
            <a:ext cx="6822830" cy="6414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b="1" dirty="0" err="1"/>
              <a:t>Dockerfile</a:t>
            </a:r>
            <a:r>
              <a:rPr lang="en-US" sz="3500" b="1" dirty="0"/>
              <a:t> Example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Sample </a:t>
            </a:r>
            <a:r>
              <a:rPr lang="en-US" b="1" dirty="0" err="1"/>
              <a:t>Dockerfile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Layer Breakdown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Layer 1</a:t>
            </a:r>
            <a:r>
              <a:rPr lang="en-US" dirty="0"/>
              <a:t>: Ubuntu base image.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Layer 2</a:t>
            </a:r>
            <a:r>
              <a:rPr lang="en-US" dirty="0"/>
              <a:t>: Updating package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Layer 3</a:t>
            </a:r>
            <a:r>
              <a:rPr lang="en-US" dirty="0"/>
              <a:t>: Installing Python 3.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Layer 4</a:t>
            </a:r>
            <a:r>
              <a:rPr lang="en-US" dirty="0"/>
              <a:t>: Copying application files into the container.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Efficiency</a:t>
            </a:r>
            <a:r>
              <a:rPr lang="en-US" dirty="0"/>
              <a:t>: Docker only downloads missing or newer layers when pulling an image.</a:t>
            </a:r>
          </a:p>
          <a:p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EA3822D-9C4A-270B-698D-5F05AA5A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546" y="0"/>
            <a:ext cx="32131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4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6905-D12B-5E9A-656F-FD8DC3627B8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509666"/>
            <a:ext cx="6423130" cy="6081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Images, Containers, and Layers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Read-Only Layers</a:t>
            </a:r>
            <a:r>
              <a:rPr lang="en-US" dirty="0"/>
              <a:t>: All layers in an image are read-only.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Writable Layer</a:t>
            </a:r>
            <a:r>
              <a:rPr lang="en-US" dirty="0"/>
              <a:t>: When a container is created, a writable layer is added on top of the read-only layers.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Container Lifecycle</a:t>
            </a:r>
            <a:r>
              <a:rPr lang="en-US" dirty="0"/>
              <a:t>: Changes made during a container’s lifetime are stored in the writable layer. When deleted, the writable layer is discarded, leaving the original image layers intact.</a:t>
            </a:r>
          </a:p>
          <a:p>
            <a:endParaRPr lang="en-US" dirty="0"/>
          </a:p>
        </p:txBody>
      </p:sp>
      <p:pic>
        <p:nvPicPr>
          <p:cNvPr id="2" name="Picture 1" descr="A diagram of a container&#10;&#10;AI-generated content may be incorrect.">
            <a:extLst>
              <a:ext uri="{FF2B5EF4-FFF2-40B4-BE49-F238E27FC236}">
                <a16:creationId xmlns:a16="http://schemas.microsoft.com/office/drawing/2014/main" id="{A179A6A8-B140-7EA7-4D28-E27496D6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130" y="2702230"/>
            <a:ext cx="5580185" cy="388848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124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D7264-99EB-ABF6-AF2D-EF132C53F2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5083" y="391886"/>
            <a:ext cx="6756288" cy="6006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Docker Compose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is Docker Compose?</a:t>
            </a:r>
            <a:br>
              <a:rPr lang="en-US" b="1" dirty="0"/>
            </a:br>
            <a:r>
              <a:rPr lang="en-US" dirty="0"/>
              <a:t>A tool for defining and running multi-container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Usage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Define services (e.g., web server, database) in a docker-</a:t>
            </a:r>
            <a:r>
              <a:rPr lang="en-US" dirty="0" err="1"/>
              <a:t>compose.yml</a:t>
            </a:r>
            <a:r>
              <a:rPr lang="en-US" dirty="0"/>
              <a:t>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Easily manage multiple containers in one configuration.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Running a web app and database together in one file.</a:t>
            </a:r>
          </a:p>
          <a:p>
            <a:endParaRPr lang="en-US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ABEC687-A6EC-028D-DFED-DCCBB5BE6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256" y="531132"/>
            <a:ext cx="5326744" cy="572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0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7CD4E-B206-CBA3-7F31-409F3CF23C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3218" y="883090"/>
            <a:ext cx="10515600" cy="56021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800" b="1" dirty="0"/>
              <a:t>Docker Workflow Summary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Create </a:t>
            </a:r>
            <a:r>
              <a:rPr lang="en-US" b="1" dirty="0" err="1"/>
              <a:t>Dockerfile</a:t>
            </a:r>
            <a:r>
              <a:rPr lang="en-US" dirty="0"/>
              <a:t>: Define the environment and application requirements.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Build Image</a:t>
            </a:r>
            <a:r>
              <a:rPr lang="en-US" dirty="0"/>
              <a:t>: Use docker build -t myapp:v1 . to build the image.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Test Locally</a:t>
            </a:r>
            <a:r>
              <a:rPr lang="en-US" dirty="0"/>
              <a:t>: Run containers with docker run -d myapp:v1.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Push to Registry</a:t>
            </a:r>
            <a:r>
              <a:rPr lang="en-US" dirty="0"/>
              <a:t>: Push your image to a registry with docker push myapp:v1.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Deploy</a:t>
            </a:r>
            <a:r>
              <a:rPr lang="en-US" dirty="0"/>
              <a:t>: Deploy the containers in production.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Monitor and Maintain</a:t>
            </a:r>
            <a:r>
              <a:rPr lang="en-US" dirty="0"/>
              <a:t>: Use commands to inspect, stop, and clean up containers.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Scale (Optional)</a:t>
            </a:r>
            <a:r>
              <a:rPr lang="en-US" dirty="0"/>
              <a:t>: Use Docker Compose, Swarm, or Kubernetes for multi-container apps.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5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56204-6C7B-E616-864B-80C43468B56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Conclusion</a:t>
            </a:r>
            <a:br>
              <a:rPr lang="en-US" sz="3200" b="1" dirty="0"/>
            </a:b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Takeaways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Docker simplifies the process of developing, testing, and deploying applications.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Containers provide consistency across different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Docker enables developers to manage applications more efficiently, whether locally or in </a:t>
            </a:r>
            <a:r>
              <a:rPr lang="en-US"/>
              <a:t>production.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06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625</Words>
  <Application>Microsoft Macintosh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Bhanuchander Kudhurla</dc:creator>
  <cp:lastModifiedBy>Bhanuchander Kudhurla</cp:lastModifiedBy>
  <cp:revision>1</cp:revision>
  <dcterms:created xsi:type="dcterms:W3CDTF">2025-01-25T18:20:51Z</dcterms:created>
  <dcterms:modified xsi:type="dcterms:W3CDTF">2025-01-27T04:46:11Z</dcterms:modified>
</cp:coreProperties>
</file>