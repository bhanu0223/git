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58" r:id="rId3"/>
    <p:sldId id="260"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F65753C-A8B3-254C-8B66-F0DC94C0FD7A}" v="6" dt="2025-01-30T11:07:02.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27"/>
    <p:restoredTop sz="94669"/>
  </p:normalViewPr>
  <p:slideViewPr>
    <p:cSldViewPr snapToGrid="0">
      <p:cViewPr varScale="1">
        <p:scale>
          <a:sx n="114" d="100"/>
          <a:sy n="114" d="100"/>
        </p:scale>
        <p:origin x="3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nuchander Kudhurla" userId="3bfffb3e-7fdf-41a7-b96b-b66232dedb9f" providerId="ADAL" clId="{5F65753C-A8B3-254C-8B66-F0DC94C0FD7A}"/>
    <pc:docChg chg="modSld">
      <pc:chgData name="Bhanuchander Kudhurla" userId="3bfffb3e-7fdf-41a7-b96b-b66232dedb9f" providerId="ADAL" clId="{5F65753C-A8B3-254C-8B66-F0DC94C0FD7A}" dt="2025-01-30T11:10:31.096" v="105" actId="20577"/>
      <pc:docMkLst>
        <pc:docMk/>
      </pc:docMkLst>
      <pc:sldChg chg="modSp mod">
        <pc:chgData name="Bhanuchander Kudhurla" userId="3bfffb3e-7fdf-41a7-b96b-b66232dedb9f" providerId="ADAL" clId="{5F65753C-A8B3-254C-8B66-F0DC94C0FD7A}" dt="2025-01-30T11:10:31.096" v="105" actId="20577"/>
        <pc:sldMkLst>
          <pc:docMk/>
          <pc:sldMk cId="1495478659" sldId="258"/>
        </pc:sldMkLst>
        <pc:spChg chg="mod">
          <ac:chgData name="Bhanuchander Kudhurla" userId="3bfffb3e-7fdf-41a7-b96b-b66232dedb9f" providerId="ADAL" clId="{5F65753C-A8B3-254C-8B66-F0DC94C0FD7A}" dt="2025-01-30T11:10:31.096" v="105" actId="20577"/>
          <ac:spMkLst>
            <pc:docMk/>
            <pc:sldMk cId="1495478659" sldId="258"/>
            <ac:spMk id="3" creationId="{34B1873E-F43E-7968-7D53-36E23A6630FA}"/>
          </ac:spMkLst>
        </pc:spChg>
      </pc:sldChg>
      <pc:sldChg chg="addSp delSp modSp mod">
        <pc:chgData name="Bhanuchander Kudhurla" userId="3bfffb3e-7fdf-41a7-b96b-b66232dedb9f" providerId="ADAL" clId="{5F65753C-A8B3-254C-8B66-F0DC94C0FD7A}" dt="2025-01-29T12:53:20.649" v="9" actId="113"/>
        <pc:sldMkLst>
          <pc:docMk/>
          <pc:sldMk cId="2637907034" sldId="259"/>
        </pc:sldMkLst>
        <pc:spChg chg="add del mod">
          <ac:chgData name="Bhanuchander Kudhurla" userId="3bfffb3e-7fdf-41a7-b96b-b66232dedb9f" providerId="ADAL" clId="{5F65753C-A8B3-254C-8B66-F0DC94C0FD7A}" dt="2025-01-29T12:53:20.649" v="9" actId="113"/>
          <ac:spMkLst>
            <pc:docMk/>
            <pc:sldMk cId="2637907034" sldId="259"/>
            <ac:spMk id="6" creationId="{7A812D97-2957-468F-8235-2FBB7B4ACBC7}"/>
          </ac:spMkLst>
        </pc:spChg>
        <pc:graphicFrameChg chg="add mod">
          <ac:chgData name="Bhanuchander Kudhurla" userId="3bfffb3e-7fdf-41a7-b96b-b66232dedb9f" providerId="ADAL" clId="{5F65753C-A8B3-254C-8B66-F0DC94C0FD7A}" dt="2025-01-29T12:51:11.159" v="0" actId="12084"/>
          <ac:graphicFrameMkLst>
            <pc:docMk/>
            <pc:sldMk cId="2637907034" sldId="259"/>
            <ac:graphicFrameMk id="8" creationId="{7B087F90-7FD1-7DB6-90C5-2FFEE41CDF88}"/>
          </ac:graphicFrameMkLst>
        </pc:graphicFrameChg>
        <pc:graphicFrameChg chg="add mod">
          <ac:chgData name="Bhanuchander Kudhurla" userId="3bfffb3e-7fdf-41a7-b96b-b66232dedb9f" providerId="ADAL" clId="{5F65753C-A8B3-254C-8B66-F0DC94C0FD7A}" dt="2025-01-29T12:51:31.746" v="2" actId="12084"/>
          <ac:graphicFrameMkLst>
            <pc:docMk/>
            <pc:sldMk cId="2637907034" sldId="259"/>
            <ac:graphicFrameMk id="9" creationId="{EED1F854-C8F9-FB07-A7AB-07E09860EBFC}"/>
          </ac:graphicFrameMkLst>
        </pc:graphicFrameChg>
      </pc:sldChg>
      <pc:sldChg chg="modSp mod">
        <pc:chgData name="Bhanuchander Kudhurla" userId="3bfffb3e-7fdf-41a7-b96b-b66232dedb9f" providerId="ADAL" clId="{5F65753C-A8B3-254C-8B66-F0DC94C0FD7A}" dt="2025-01-29T12:53:00.716" v="8" actId="113"/>
        <pc:sldMkLst>
          <pc:docMk/>
          <pc:sldMk cId="1361014576" sldId="260"/>
        </pc:sldMkLst>
        <pc:spChg chg="mod">
          <ac:chgData name="Bhanuchander Kudhurla" userId="3bfffb3e-7fdf-41a7-b96b-b66232dedb9f" providerId="ADAL" clId="{5F65753C-A8B3-254C-8B66-F0DC94C0FD7A}" dt="2025-01-29T12:53:00.716" v="8" actId="113"/>
          <ac:spMkLst>
            <pc:docMk/>
            <pc:sldMk cId="1361014576" sldId="260"/>
            <ac:spMk id="3" creationId="{F6969BE0-0C0E-000F-DD1F-6F4EF4C4E08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C2744-1038-E4E5-08C4-592EC743E6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539F1C-603F-E242-D8C4-1F111889F5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817B6F-F998-7887-2E51-3F56A3A5E589}"/>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BE2D483D-8A43-1E0F-6FFB-3B97D9F631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B0FFD8-DC3E-FD3D-C2CB-CD908E3CDF33}"/>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2087806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FB7ED-A3CC-D63F-B154-563400DC17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2D72C9-D7BA-8785-63A9-8EF25F337C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95249B-4382-9585-EAB2-6E4BE5715995}"/>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655E7AFC-8C0B-24C0-03F4-0847743DD4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A7D701-7D11-AB69-0AE3-E3049FE9F35E}"/>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41992871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D1E99-08C3-CA44-3B8B-FD5EBBE6F2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73E99B7-91F8-CB1C-F44E-4B3463ABA53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661F89-6CD1-DD9E-F7E6-707163F0131D}"/>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BD997C99-CDDD-21F0-D928-83F26F10A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50FFBE-9048-0CFE-1034-85FE45A1B045}"/>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271990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39F3-49A3-4FA1-9355-8434A36F83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47520F-4B6E-59AA-A510-27394098BB7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129E475-5B70-F4BD-A76E-1C57403B1E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82528AA-DA3B-8C4A-5FE3-7E767417019B}"/>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6" name="Footer Placeholder 5">
            <a:extLst>
              <a:ext uri="{FF2B5EF4-FFF2-40B4-BE49-F238E27FC236}">
                <a16:creationId xmlns:a16="http://schemas.microsoft.com/office/drawing/2014/main" id="{2F38737D-DCB4-BF50-A487-03F3FBE8FC3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31592A-10B9-9064-FA90-08E8FF1E894E}"/>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40586551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0BF97-DD67-CFD2-5D7E-D8C2F5F7079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3BA0B14-039E-4F13-FC81-C71F46F907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9B5B684-1333-5F04-3CF9-1B8FE45957C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6307CD-627B-EA1A-B561-BB289334D8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97C5BD-5F7C-5556-C980-71222A3895D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14452FB-1725-2AFF-FC97-66E6B63A4D25}"/>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8" name="Footer Placeholder 7">
            <a:extLst>
              <a:ext uri="{FF2B5EF4-FFF2-40B4-BE49-F238E27FC236}">
                <a16:creationId xmlns:a16="http://schemas.microsoft.com/office/drawing/2014/main" id="{5F149AAC-9757-290E-60C7-C001C7F29FF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09A964-B722-D3AC-D864-82CE7C11ECE3}"/>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2702366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B1B27-FD41-FA7D-41CE-98323E32CE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40F6C5C-6D9B-4493-0CA0-628D6D60CD16}"/>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4" name="Footer Placeholder 3">
            <a:extLst>
              <a:ext uri="{FF2B5EF4-FFF2-40B4-BE49-F238E27FC236}">
                <a16:creationId xmlns:a16="http://schemas.microsoft.com/office/drawing/2014/main" id="{5F9EE612-3A50-B0BD-8BDE-3DF55F5D0EB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FA6B296-4948-B1F9-72E1-D9C2ABC898DB}"/>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1434435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4F105C0-0B52-4371-2BE3-9057E4B4A24F}"/>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3" name="Footer Placeholder 2">
            <a:extLst>
              <a:ext uri="{FF2B5EF4-FFF2-40B4-BE49-F238E27FC236}">
                <a16:creationId xmlns:a16="http://schemas.microsoft.com/office/drawing/2014/main" id="{09BAD1AF-18EB-7577-337C-A5B0831314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F183072-E5FD-AA26-EFAE-9EEF72869A44}"/>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3000121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C4C18-447A-BB3C-77BF-8F85744784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E84604B-732F-8270-3253-ED6F02918F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CB33C4-BFAF-B838-FA74-C48BDC5719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10CA06-3B06-CD2A-BA89-0F2DF590ADF4}"/>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6" name="Footer Placeholder 5">
            <a:extLst>
              <a:ext uri="{FF2B5EF4-FFF2-40B4-BE49-F238E27FC236}">
                <a16:creationId xmlns:a16="http://schemas.microsoft.com/office/drawing/2014/main" id="{DA146355-9AB3-80B0-2E11-285C9DC414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3CC595-B746-CD9A-8782-D742998A75A2}"/>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33805757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79AAE-2F7B-BE6D-1F06-C3256625E1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46D0552-E68D-5393-8398-DE20CDACC3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DE68664-FC0F-C87B-2648-1F9ED4F58C7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E94DD4-0C73-2AF2-74B5-BC673D1F1AC7}"/>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6" name="Footer Placeholder 5">
            <a:extLst>
              <a:ext uri="{FF2B5EF4-FFF2-40B4-BE49-F238E27FC236}">
                <a16:creationId xmlns:a16="http://schemas.microsoft.com/office/drawing/2014/main" id="{9D438005-CE30-B29A-422B-1A3489CD16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040A24-52C7-CA0B-86D6-AC7920398153}"/>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1949052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FDC63-8912-2C74-6874-47032FE73C1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F0E2077-93ED-8E37-6CD5-F3B9A3CAFC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6CBB9A-281D-FA69-B218-70451822B097}"/>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DE8AD369-D232-E776-1B2A-7E0A5C46CE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B1D82C-D694-55B4-85F8-82BD2E6697EC}"/>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1210693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030313-5543-9B0F-429F-A368EBB040C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3F348C5-A3DB-FAD6-6F0F-F90D06E2CD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274C39-147D-D5DD-EF44-ABA476967686}"/>
              </a:ext>
            </a:extLst>
          </p:cNvPr>
          <p:cNvSpPr>
            <a:spLocks noGrp="1"/>
          </p:cNvSpPr>
          <p:nvPr>
            <p:ph type="dt" sz="half" idx="10"/>
          </p:nvPr>
        </p:nvSpPr>
        <p:spPr/>
        <p:txBody>
          <a:body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F003A4C9-49E5-0B6D-A18D-8787F30705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1493E-0568-0701-8674-2239E34F93DF}"/>
              </a:ext>
            </a:extLst>
          </p:cNvPr>
          <p:cNvSpPr>
            <a:spLocks noGrp="1"/>
          </p:cNvSpPr>
          <p:nvPr>
            <p:ph type="sldNum" sz="quarter" idx="12"/>
          </p:nvPr>
        </p:nvSpPr>
        <p:spPr/>
        <p:txBody>
          <a:bodyPr/>
          <a:lstStyle/>
          <a:p>
            <a:fld id="{F8F7E01B-F209-8046-9C45-3E1B5D890E40}" type="slidenum">
              <a:rPr lang="en-US" smtClean="0"/>
              <a:t>‹#›</a:t>
            </a:fld>
            <a:endParaRPr lang="en-US"/>
          </a:p>
        </p:txBody>
      </p:sp>
    </p:spTree>
    <p:extLst>
      <p:ext uri="{BB962C8B-B14F-4D97-AF65-F5344CB8AC3E}">
        <p14:creationId xmlns:p14="http://schemas.microsoft.com/office/powerpoint/2010/main" val="2292172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601FC0D-27EB-DC78-10C9-436AF58956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4E998-4826-EE66-F2DE-77F031CF121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682DD3B-B107-6E05-661D-0BFB58C123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9B7807-F208-884E-9FD8-FA41DBF6A30A}" type="datetimeFigureOut">
              <a:rPr lang="en-US" smtClean="0"/>
              <a:t>1/30/25</a:t>
            </a:fld>
            <a:endParaRPr lang="en-US"/>
          </a:p>
        </p:txBody>
      </p:sp>
      <p:sp>
        <p:nvSpPr>
          <p:cNvPr id="5" name="Footer Placeholder 4">
            <a:extLst>
              <a:ext uri="{FF2B5EF4-FFF2-40B4-BE49-F238E27FC236}">
                <a16:creationId xmlns:a16="http://schemas.microsoft.com/office/drawing/2014/main" id="{D1F7EB34-D176-7B06-7F2E-F1264E57F5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46A8D16-041D-F0C7-C698-2283F1CE895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F7E01B-F209-8046-9C45-3E1B5D890E40}" type="slidenum">
              <a:rPr lang="en-US" smtClean="0"/>
              <a:t>‹#›</a:t>
            </a:fld>
            <a:endParaRPr lang="en-US"/>
          </a:p>
        </p:txBody>
      </p:sp>
    </p:spTree>
    <p:extLst>
      <p:ext uri="{BB962C8B-B14F-4D97-AF65-F5344CB8AC3E}">
        <p14:creationId xmlns:p14="http://schemas.microsoft.com/office/powerpoint/2010/main" val="1671183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upport.apple.com/en-in/guide/apple-business-manager/manage-device-suppliers-axmef1c47493/1/web/1" TargetMode="Externa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learn.microsoft.com/en-us/mem/intune/enrollment/tutorial-use-device-enrollment-program-enroll-ios" TargetMode="External"/><Relationship Id="rId2" Type="http://schemas.openxmlformats.org/officeDocument/2006/relationships/hyperlink" Target="https://www.youtube.com/watch?v=uD810_h2UXQ" TargetMode="External"/><Relationship Id="rId1" Type="http://schemas.openxmlformats.org/officeDocument/2006/relationships/slideLayout" Target="../slideLayouts/slideLayout7.xml"/><Relationship Id="rId4" Type="http://schemas.openxmlformats.org/officeDocument/2006/relationships/hyperlink" Target="https://support.apple.com/en-in/guide/apple-business-manager/add-devices-from-apple-configurator-axm200a54d59/1/web/1"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support.apple.com/en-in/guide/apple-business-manager/assign-reassign-or-unassign-devices-axmf500c0851/1/web/1"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A812D97-2957-468F-8235-2FBB7B4ACBC7}"/>
              </a:ext>
            </a:extLst>
          </p:cNvPr>
          <p:cNvSpPr txBox="1"/>
          <p:nvPr/>
        </p:nvSpPr>
        <p:spPr>
          <a:xfrm>
            <a:off x="459058" y="379141"/>
            <a:ext cx="11273883" cy="4851777"/>
          </a:xfrm>
          <a:prstGeom prst="rect">
            <a:avLst/>
          </a:prstGeom>
          <a:noFill/>
        </p:spPr>
        <p:txBody>
          <a:bodyPr wrap="square">
            <a:spAutoFit/>
          </a:bodyPr>
          <a:lstStyle/>
          <a:p>
            <a:pPr marL="0" marR="0">
              <a:lnSpc>
                <a:spcPct val="115000"/>
              </a:lnSpc>
              <a:spcBef>
                <a:spcPts val="120"/>
              </a:spcBef>
              <a:spcAft>
                <a:spcPts val="1000"/>
              </a:spcAft>
            </a:pPr>
            <a:r>
              <a:rPr lang="en-US" sz="4000" kern="1800" spc="10" dirty="0">
                <a:effectLst/>
                <a:ea typeface="Times New Roman" panose="02020603050405020304" pitchFamily="18" charset="0"/>
                <a:cs typeface="Times New Roman" panose="02020603050405020304" pitchFamily="18" charset="0"/>
              </a:rPr>
              <a:t>Device workflow in Apple Business Manager</a:t>
            </a:r>
            <a:endParaRPr lang="en-US" sz="1800"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Apple Business Manager provides a fast, streamlined way for you to deploy Apple devices that your </a:t>
            </a:r>
            <a:r>
              <a:rPr lang="en-US" sz="1800" dirty="0" err="1">
                <a:effectLst/>
                <a:ea typeface="Times New Roman" panose="02020603050405020304" pitchFamily="18" charset="0"/>
                <a:cs typeface="Times New Roman" panose="02020603050405020304" pitchFamily="18" charset="0"/>
              </a:rPr>
              <a:t>organisation</a:t>
            </a:r>
            <a:r>
              <a:rPr lang="en-US" sz="1800" dirty="0">
                <a:effectLst/>
                <a:ea typeface="Times New Roman" panose="02020603050405020304" pitchFamily="18" charset="0"/>
                <a:cs typeface="Times New Roman" panose="02020603050405020304" pitchFamily="18" charset="0"/>
              </a:rPr>
              <a:t> has purchased directly from Apple, a participating Apple </a:t>
            </a:r>
            <a:r>
              <a:rPr lang="en-US" sz="1800" dirty="0" err="1">
                <a:effectLst/>
                <a:ea typeface="Times New Roman" panose="02020603050405020304" pitchFamily="18" charset="0"/>
                <a:cs typeface="Times New Roman" panose="02020603050405020304" pitchFamily="18" charset="0"/>
              </a:rPr>
              <a:t>Authorised</a:t>
            </a:r>
            <a:r>
              <a:rPr lang="en-US" sz="1800" dirty="0">
                <a:effectLst/>
                <a:ea typeface="Times New Roman" panose="02020603050405020304" pitchFamily="18" charset="0"/>
                <a:cs typeface="Times New Roman" panose="02020603050405020304" pitchFamily="18" charset="0"/>
              </a:rPr>
              <a:t> Reseller, or an </a:t>
            </a:r>
            <a:r>
              <a:rPr lang="en-US" sz="1800" dirty="0" err="1">
                <a:effectLst/>
                <a:ea typeface="Times New Roman" panose="02020603050405020304" pitchFamily="18" charset="0"/>
                <a:cs typeface="Times New Roman" panose="02020603050405020304" pitchFamily="18" charset="0"/>
              </a:rPr>
              <a:t>authorised</a:t>
            </a:r>
            <a:r>
              <a:rPr lang="en-US" sz="1800" dirty="0">
                <a:effectLst/>
                <a:ea typeface="Times New Roman" panose="02020603050405020304" pitchFamily="18" charset="0"/>
                <a:cs typeface="Times New Roman" panose="02020603050405020304" pitchFamily="18" charset="0"/>
              </a:rPr>
              <a:t> mobile network provider. You can automatically </a:t>
            </a:r>
            <a:r>
              <a:rPr lang="en-US" sz="1800" dirty="0" err="1">
                <a:effectLst/>
                <a:ea typeface="Times New Roman" panose="02020603050405020304" pitchFamily="18" charset="0"/>
                <a:cs typeface="Times New Roman" panose="02020603050405020304" pitchFamily="18" charset="0"/>
              </a:rPr>
              <a:t>enrol</a:t>
            </a:r>
            <a:r>
              <a:rPr lang="en-US" sz="1800" dirty="0">
                <a:effectLst/>
                <a:ea typeface="Times New Roman" panose="02020603050405020304" pitchFamily="18" charset="0"/>
                <a:cs typeface="Times New Roman" panose="02020603050405020304" pitchFamily="18" charset="0"/>
              </a:rPr>
              <a:t> devices in mobile device management (MDM) without having to physically touch or prep the devices before users get them.</a:t>
            </a:r>
          </a:p>
          <a:p>
            <a:pPr marL="0" marR="0">
              <a:lnSpc>
                <a:spcPct val="115000"/>
              </a:lnSpc>
              <a:spcBef>
                <a:spcPts val="840"/>
              </a:spcBef>
              <a:spcAft>
                <a:spcPts val="1000"/>
              </a:spcAft>
            </a:pPr>
            <a:r>
              <a:rPr lang="en-US" sz="1800" dirty="0">
                <a:effectLst/>
                <a:ea typeface="Times New Roman" panose="02020603050405020304" pitchFamily="18" charset="0"/>
                <a:cs typeface="Times New Roman" panose="02020603050405020304" pitchFamily="18" charset="0"/>
              </a:rPr>
              <a:t>After you sign up for Apple Business Manager, you have five steps to complete before you can start managing devices.</a:t>
            </a:r>
          </a:p>
          <a:p>
            <a:pPr marL="0" marR="0">
              <a:lnSpc>
                <a:spcPct val="115000"/>
              </a:lnSpc>
              <a:spcAft>
                <a:spcPts val="1000"/>
              </a:spcAft>
            </a:pPr>
            <a:r>
              <a:rPr lang="en-US" sz="2000" b="1" spc="15" dirty="0">
                <a:effectLst/>
                <a:ea typeface="Times New Roman" panose="02020603050405020304" pitchFamily="18" charset="0"/>
                <a:cs typeface="Times New Roman" panose="02020603050405020304" pitchFamily="18" charset="0"/>
              </a:rPr>
              <a:t>Step 1: Link to Apple or to a participating reseller</a:t>
            </a:r>
            <a:endParaRPr lang="en-US" sz="2000" b="1"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Suppose you link your Apple Customer Number or Reseller Number to Apple Business Manager. In that case, after the linking is complete, any orders of the following devices appear automatically in Apple Business Manager: iPhone, iPad, Mac, Apple TV, Apple Watch, Apple Vision Pro. See </a:t>
            </a:r>
            <a:r>
              <a:rPr lang="en-US" sz="1800" dirty="0">
                <a:solidFill>
                  <a:srgbClr val="0070C9"/>
                </a:solidFill>
                <a:effectLst/>
                <a:ea typeface="Times New Roman" panose="02020603050405020304" pitchFamily="18" charset="0"/>
                <a:cs typeface="Times New Roman" panose="02020603050405020304" pitchFamily="18" charset="0"/>
                <a:hlinkClick r:id="rId2"/>
              </a:rPr>
              <a:t>Manage device suppliers</a:t>
            </a:r>
            <a:r>
              <a:rPr lang="en-US" sz="1800" dirty="0">
                <a:effectLst/>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637907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B1873E-F43E-7968-7D53-36E23A6630FA}"/>
              </a:ext>
            </a:extLst>
          </p:cNvPr>
          <p:cNvSpPr txBox="1"/>
          <p:nvPr/>
        </p:nvSpPr>
        <p:spPr>
          <a:xfrm>
            <a:off x="721111" y="139039"/>
            <a:ext cx="10749777" cy="58828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0" marR="0">
              <a:lnSpc>
                <a:spcPct val="115000"/>
              </a:lnSpc>
              <a:spcAft>
                <a:spcPts val="1000"/>
              </a:spcAft>
            </a:pPr>
            <a:r>
              <a:rPr lang="en-US" b="1" spc="15" dirty="0">
                <a:effectLst/>
                <a:ea typeface="Times New Roman" panose="02020603050405020304" pitchFamily="18" charset="0"/>
                <a:cs typeface="Times New Roman" panose="02020603050405020304" pitchFamily="18" charset="0"/>
              </a:rPr>
              <a:t>Step 2: Link to a third-party MDM solution</a:t>
            </a:r>
            <a:endParaRPr lang="en-US" b="1"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You must link to at least one third-party mobile device management (MDM) solution in Apple Business Manager before you can begin assigning </a:t>
            </a:r>
            <a:r>
              <a:rPr lang="en-US" sz="1800">
                <a:effectLst/>
                <a:ea typeface="Times New Roman" panose="02020603050405020304" pitchFamily="18" charset="0"/>
                <a:cs typeface="Times New Roman" panose="02020603050405020304" pitchFamily="18" charset="0"/>
              </a:rPr>
              <a:t>devices.</a:t>
            </a:r>
          </a:p>
          <a:p>
            <a:pPr marL="0" marR="0">
              <a:lnSpc>
                <a:spcPct val="115000"/>
              </a:lnSpc>
              <a:spcBef>
                <a:spcPts val="900"/>
              </a:spcBef>
              <a:spcAft>
                <a:spcPts val="1000"/>
              </a:spcAft>
            </a:pPr>
            <a:br>
              <a:rPr lang="en-US" sz="1800" dirty="0">
                <a:effectLst/>
                <a:ea typeface="Times New Roman" panose="02020603050405020304" pitchFamily="18" charset="0"/>
                <a:cs typeface="Times New Roman" panose="02020603050405020304" pitchFamily="18" charset="0"/>
              </a:rPr>
            </a:br>
            <a:r>
              <a:rPr lang="en-US" sz="1800" dirty="0">
                <a:effectLst/>
                <a:ea typeface="Times New Roman" panose="02020603050405020304" pitchFamily="18" charset="0"/>
                <a:cs typeface="Times New Roman" panose="02020603050405020304" pitchFamily="18" charset="0"/>
              </a:rPr>
              <a:t>How to link Intune with ABM?</a:t>
            </a:r>
          </a:p>
          <a:p>
            <a:pPr marL="0" marR="0">
              <a:lnSpc>
                <a:spcPct val="115000"/>
              </a:lnSpc>
              <a:spcBef>
                <a:spcPts val="900"/>
              </a:spcBef>
              <a:spcAft>
                <a:spcPts val="1000"/>
              </a:spcAft>
            </a:pPr>
            <a:r>
              <a:rPr lang="en-US" sz="1800" u="sng" dirty="0">
                <a:solidFill>
                  <a:srgbClr val="0000FF"/>
                </a:solidFill>
                <a:effectLst/>
                <a:ea typeface="Times New Roman" panose="02020603050405020304" pitchFamily="18" charset="0"/>
                <a:cs typeface="Times New Roman" panose="02020603050405020304" pitchFamily="18" charset="0"/>
                <a:hlinkClick r:id="rId2"/>
              </a:rPr>
              <a:t>https://www.youtube.com/watch?v=uD810_h2UXQ</a:t>
            </a:r>
            <a:r>
              <a:rPr lang="en-US" sz="1800" u="sng" dirty="0">
                <a:solidFill>
                  <a:srgbClr val="0000FF"/>
                </a:solidFill>
                <a:effectLst/>
                <a:ea typeface="Times New Roman" panose="02020603050405020304" pitchFamily="18" charset="0"/>
                <a:cs typeface="Times New Roman" panose="02020603050405020304" pitchFamily="18" charset="0"/>
              </a:rPr>
              <a:t> </a:t>
            </a:r>
          </a:p>
          <a:p>
            <a:pPr marL="0" marR="0">
              <a:lnSpc>
                <a:spcPct val="115000"/>
              </a:lnSpc>
              <a:spcBef>
                <a:spcPts val="900"/>
              </a:spcBef>
              <a:spcAft>
                <a:spcPts val="1000"/>
              </a:spcAft>
            </a:pPr>
            <a:br>
              <a:rPr lang="en-US" sz="1800" u="sng" dirty="0">
                <a:solidFill>
                  <a:srgbClr val="0000FF"/>
                </a:solidFill>
                <a:effectLst/>
                <a:ea typeface="Times New Roman" panose="02020603050405020304" pitchFamily="18" charset="0"/>
                <a:cs typeface="Times New Roman" panose="02020603050405020304" pitchFamily="18" charset="0"/>
              </a:rPr>
            </a:br>
            <a:r>
              <a:rPr lang="en-US" sz="1800" dirty="0">
                <a:effectLst/>
                <a:ea typeface="Times New Roman" panose="02020603050405020304" pitchFamily="18" charset="0"/>
                <a:cs typeface="Times New Roman" panose="02020603050405020304" pitchFamily="18" charset="0"/>
                <a:hlinkClick r:id="rId3"/>
              </a:rPr>
              <a:t>https://learn.microsoft.com/en-us/mem/intune/enrollment/tutorial-use-device-enrollment-program-enroll-ios</a:t>
            </a:r>
            <a:br>
              <a:rPr lang="en-US" sz="1800" dirty="0">
                <a:effectLst/>
                <a:ea typeface="Times New Roman" panose="02020603050405020304" pitchFamily="18" charset="0"/>
                <a:cs typeface="Times New Roman" panose="02020603050405020304" pitchFamily="18" charset="0"/>
              </a:rPr>
            </a:br>
            <a:endParaRPr lang="en-US" b="1" dirty="0">
              <a:effectLst/>
              <a:ea typeface="Times New Roman" panose="02020603050405020304" pitchFamily="18" charset="0"/>
              <a:cs typeface="Times New Roman" panose="02020603050405020304" pitchFamily="18" charset="0"/>
            </a:endParaRPr>
          </a:p>
          <a:p>
            <a:pPr marL="0" marR="0">
              <a:lnSpc>
                <a:spcPct val="115000"/>
              </a:lnSpc>
              <a:spcAft>
                <a:spcPts val="1000"/>
              </a:spcAft>
            </a:pPr>
            <a:r>
              <a:rPr lang="en-US" b="1" spc="15" dirty="0">
                <a:effectLst/>
                <a:ea typeface="Times New Roman" panose="02020603050405020304" pitchFamily="18" charset="0"/>
                <a:cs typeface="Times New Roman" panose="02020603050405020304" pitchFamily="18" charset="0"/>
              </a:rPr>
              <a:t>Step 3: Add your devices to Apple Business Manager</a:t>
            </a:r>
            <a:endParaRPr lang="en-US" b="1"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Devices purchased with your Apple Customer Number or Reseller Number appear automatically in Apple Business Manager. You can also manually add devices you own, using Apple Configurator. See </a:t>
            </a:r>
            <a:r>
              <a:rPr lang="en-US" sz="1800" u="sng" dirty="0">
                <a:solidFill>
                  <a:srgbClr val="0070C9"/>
                </a:solidFill>
                <a:effectLst/>
                <a:ea typeface="Times New Roman" panose="02020603050405020304" pitchFamily="18" charset="0"/>
                <a:cs typeface="Times New Roman" panose="02020603050405020304" pitchFamily="18" charset="0"/>
                <a:hlinkClick r:id="rId4"/>
              </a:rPr>
              <a:t>Add devices from Apple Configurator</a:t>
            </a:r>
            <a:r>
              <a:rPr lang="en-US" sz="1800" dirty="0">
                <a:effectLst/>
                <a:ea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495478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969BE0-0C0E-000F-DD1F-6F4EF4C4E086}"/>
              </a:ext>
            </a:extLst>
          </p:cNvPr>
          <p:cNvSpPr txBox="1"/>
          <p:nvPr/>
        </p:nvSpPr>
        <p:spPr>
          <a:xfrm>
            <a:off x="211873" y="234760"/>
            <a:ext cx="11296186" cy="2919838"/>
          </a:xfrm>
          <a:prstGeom prst="rect">
            <a:avLst/>
          </a:prstGeom>
          <a:noFill/>
        </p:spPr>
        <p:txBody>
          <a:bodyPr wrap="square">
            <a:spAutoFit/>
          </a:bodyPr>
          <a:lstStyle/>
          <a:p>
            <a:pPr marL="0" marR="0">
              <a:lnSpc>
                <a:spcPct val="115000"/>
              </a:lnSpc>
              <a:spcAft>
                <a:spcPts val="1000"/>
              </a:spcAft>
            </a:pPr>
            <a:r>
              <a:rPr lang="en-US" b="1" spc="15" dirty="0">
                <a:effectLst/>
                <a:ea typeface="Times New Roman" panose="02020603050405020304" pitchFamily="18" charset="0"/>
                <a:cs typeface="Times New Roman" panose="02020603050405020304" pitchFamily="18" charset="0"/>
              </a:rPr>
              <a:t>Step 4: Assign a device to an MDM server</a:t>
            </a:r>
            <a:endParaRPr lang="en-US" b="1"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After a device appears in Apple Business Manager, you must assign it to an MDM server. You can manually assign a device to an MDM server or set up automatic assignment. See </a:t>
            </a:r>
            <a:r>
              <a:rPr lang="en-US" sz="1800" dirty="0">
                <a:solidFill>
                  <a:srgbClr val="0070C9"/>
                </a:solidFill>
                <a:effectLst/>
                <a:ea typeface="Times New Roman" panose="02020603050405020304" pitchFamily="18" charset="0"/>
                <a:cs typeface="Times New Roman" panose="02020603050405020304" pitchFamily="18" charset="0"/>
                <a:hlinkClick r:id="rId2"/>
              </a:rPr>
              <a:t>Assign, reassign or unassign devices</a:t>
            </a:r>
            <a:r>
              <a:rPr lang="en-US" sz="1800" dirty="0">
                <a:effectLst/>
                <a:ea typeface="Times New Roman" panose="02020603050405020304" pitchFamily="18" charset="0"/>
                <a:cs typeface="Times New Roman" panose="02020603050405020304" pitchFamily="18" charset="0"/>
              </a:rPr>
              <a:t>.</a:t>
            </a:r>
          </a:p>
          <a:p>
            <a:pPr marL="0" marR="0">
              <a:lnSpc>
                <a:spcPct val="115000"/>
              </a:lnSpc>
              <a:spcAft>
                <a:spcPts val="1000"/>
              </a:spcAft>
            </a:pPr>
            <a:r>
              <a:rPr lang="en-US" b="1" spc="15" dirty="0">
                <a:effectLst/>
                <a:ea typeface="Times New Roman" panose="02020603050405020304" pitchFamily="18" charset="0"/>
                <a:cs typeface="Times New Roman" panose="02020603050405020304" pitchFamily="18" charset="0"/>
              </a:rPr>
              <a:t>Step 5: </a:t>
            </a:r>
            <a:r>
              <a:rPr lang="en-US" b="1" spc="15" dirty="0" err="1">
                <a:effectLst/>
                <a:ea typeface="Times New Roman" panose="02020603050405020304" pitchFamily="18" charset="0"/>
                <a:cs typeface="Times New Roman" panose="02020603050405020304" pitchFamily="18" charset="0"/>
              </a:rPr>
              <a:t>Enrol</a:t>
            </a:r>
            <a:r>
              <a:rPr lang="en-US" b="1" spc="15" dirty="0">
                <a:effectLst/>
                <a:ea typeface="Times New Roman" panose="02020603050405020304" pitchFamily="18" charset="0"/>
                <a:cs typeface="Times New Roman" panose="02020603050405020304" pitchFamily="18" charset="0"/>
              </a:rPr>
              <a:t> a device in MDM</a:t>
            </a:r>
            <a:endParaRPr lang="en-US" b="1" dirty="0">
              <a:effectLst/>
              <a:ea typeface="Times New Roman" panose="02020603050405020304" pitchFamily="18" charset="0"/>
              <a:cs typeface="Times New Roman" panose="02020603050405020304" pitchFamily="18" charset="0"/>
            </a:endParaRPr>
          </a:p>
          <a:p>
            <a:pPr marL="0" marR="0">
              <a:lnSpc>
                <a:spcPct val="115000"/>
              </a:lnSpc>
              <a:spcBef>
                <a:spcPts val="900"/>
              </a:spcBef>
              <a:spcAft>
                <a:spcPts val="1000"/>
              </a:spcAft>
            </a:pPr>
            <a:r>
              <a:rPr lang="en-US" sz="1800" dirty="0">
                <a:effectLst/>
                <a:ea typeface="Times New Roman" panose="02020603050405020304" pitchFamily="18" charset="0"/>
                <a:cs typeface="Times New Roman" panose="02020603050405020304" pitchFamily="18" charset="0"/>
              </a:rPr>
              <a:t>Devices can now be enrolled in MDM, so that management policies can be applied. You can automatically </a:t>
            </a:r>
            <a:r>
              <a:rPr lang="en-US" sz="1800" dirty="0" err="1">
                <a:effectLst/>
                <a:ea typeface="Times New Roman" panose="02020603050405020304" pitchFamily="18" charset="0"/>
                <a:cs typeface="Times New Roman" panose="02020603050405020304" pitchFamily="18" charset="0"/>
              </a:rPr>
              <a:t>enrol</a:t>
            </a:r>
            <a:r>
              <a:rPr lang="en-US" sz="1800" dirty="0">
                <a:effectLst/>
                <a:ea typeface="Times New Roman" panose="02020603050405020304" pitchFamily="18" charset="0"/>
                <a:cs typeface="Times New Roman" panose="02020603050405020304" pitchFamily="18" charset="0"/>
              </a:rPr>
              <a:t> devices you own, or users can </a:t>
            </a:r>
            <a:r>
              <a:rPr lang="en-US" sz="1800" dirty="0" err="1">
                <a:effectLst/>
                <a:ea typeface="Times New Roman" panose="02020603050405020304" pitchFamily="18" charset="0"/>
                <a:cs typeface="Times New Roman" panose="02020603050405020304" pitchFamily="18" charset="0"/>
              </a:rPr>
              <a:t>enrol</a:t>
            </a:r>
            <a:r>
              <a:rPr lang="en-US" sz="1800" dirty="0">
                <a:effectLst/>
                <a:ea typeface="Times New Roman" panose="02020603050405020304" pitchFamily="18" charset="0"/>
                <a:cs typeface="Times New Roman" panose="02020603050405020304" pitchFamily="18" charset="0"/>
              </a:rPr>
              <a:t> their devices manually. When users </a:t>
            </a:r>
            <a:r>
              <a:rPr lang="en-US" sz="1800" dirty="0" err="1">
                <a:effectLst/>
                <a:ea typeface="Times New Roman" panose="02020603050405020304" pitchFamily="18" charset="0"/>
                <a:cs typeface="Times New Roman" panose="02020603050405020304" pitchFamily="18" charset="0"/>
              </a:rPr>
              <a:t>enrol</a:t>
            </a:r>
            <a:r>
              <a:rPr lang="en-US" sz="1800" dirty="0">
                <a:effectLst/>
                <a:ea typeface="Times New Roman" panose="02020603050405020304" pitchFamily="18" charset="0"/>
                <a:cs typeface="Times New Roman" panose="02020603050405020304" pitchFamily="18" charset="0"/>
              </a:rPr>
              <a:t> their device, that device is assigned to MDM and added to the device list in Apple Business Manager.</a:t>
            </a:r>
          </a:p>
        </p:txBody>
      </p:sp>
    </p:spTree>
    <p:extLst>
      <p:ext uri="{BB962C8B-B14F-4D97-AF65-F5344CB8AC3E}">
        <p14:creationId xmlns:p14="http://schemas.microsoft.com/office/powerpoint/2010/main" val="1361014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400</Words>
  <Application>Microsoft Macintosh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Times New Roman</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Bhanuchander Kudhurla</dc:creator>
  <cp:lastModifiedBy>Bhanuchander Kudhurla</cp:lastModifiedBy>
  <cp:revision>1</cp:revision>
  <dcterms:created xsi:type="dcterms:W3CDTF">2025-01-29T12:43:14Z</dcterms:created>
  <dcterms:modified xsi:type="dcterms:W3CDTF">2025-01-30T11:10:31Z</dcterms:modified>
</cp:coreProperties>
</file>